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243DD-CEBB-3EB0-A948-624DD93FA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BD171F-7F2C-DEE2-0FA2-76BD81591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49CEE-420F-61E2-2541-D82B407C5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59E99-F576-AE33-CEA0-B114D471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44173-A2FA-B1F4-7853-4FBEC354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11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E0AF3-5524-5C24-B518-F90C4937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EFE7A-B7E2-80E5-5B29-584862BD8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0C675-4885-FE94-B293-DC6B43810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3775D-0E77-1CF1-3001-0EBB25B7E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642A44-D205-D7EF-FF7B-E185796C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87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C0E9F-1F0D-ADB8-52FB-76EBD22A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3F78E3-C0EB-0396-647C-9B875D72E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95B54-D9F6-35D7-CF06-51A94B8B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E8695-1C2A-09FF-ACB6-2CB41185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C03B6-CF1C-9244-88C2-49689AF3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43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2A609-285C-4E53-D5D4-D0BD7516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A0C7AE-6889-544E-5991-5F54F6848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6CFABD-DC5E-BF6C-17FE-19C31F423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0B9DC-B7A3-7427-32F9-2BE14C1C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9D703-4B88-2FB2-321A-155C7C9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EF534-A6C3-317B-A37F-E8423B8C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7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0A071-B9F2-A816-CFE6-B0E0C910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368B23-C261-D051-3D76-ADDCDDF21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034598-8B50-A2D9-31F5-2E4B494CA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6330A1-6740-8E6F-0198-8B2343CE0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020B00-5BF5-BBD3-2EDD-F097E5470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9827A4-21A1-A2BF-4F74-989D2C9D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F5B238-F6E7-C7F0-DF04-EFB7EC8E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6A73DC-E087-18AE-6520-1B6139B6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05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6D39B-2A70-A254-54C0-2753FEFE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5812E-500B-1ADF-A21A-560466B9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82BE63-B84C-6C5A-5C65-4A33238E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9E1D77-0380-A7FE-C64B-9D200298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78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0D705A-06F0-3567-8F98-3B9E085B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495E8C-C1CA-35CA-E6A4-E4BA8719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2A0D3A-0F95-951D-DEA2-C6555375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5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35F17-9BCD-687A-A2BC-7BD73AC3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5EE50-3A99-1693-F829-C437282A1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214CE-95D2-C2EB-C1C9-EE1E14432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DA9C86-C352-699F-D690-26D0D8FE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59EBD5-7D13-12C5-D0B7-FEAEF9F5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23DECD-400D-A24D-5721-7628DD0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1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515E3-542C-DBDC-0CF5-620DD745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C033BA-CA04-4948-A505-BA49AB3BE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BBDDAD-9102-4FBB-75B0-6384F2184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5CAE3D-E87A-BF42-22AC-52FFAE13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BC166A-65B8-1F93-76AF-DA2E47ABD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5DF44D-8C52-E760-09CA-A77A99B2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9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A4FF6-06A9-3BC4-2B12-4AAD9DBE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D21927-31D7-85CB-152E-5B4A2AF0F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46A3C-9BF0-96AF-BA39-0C315E25C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6267FD-0762-431D-262F-E1D32071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938DF0-5ACB-6077-E75F-BD4383CB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502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6D5B03-7E83-3F40-1B82-80DD52AC6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849B89-CBE3-53DD-B9A4-C985B854A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17951F-A41F-E927-05F7-9BD7F9E3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618DA-47BC-6C86-1ACC-80F821CB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E4F851-D6D4-5948-2303-96FFECA9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41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E564C4-5EAC-DFAB-FF19-39DDCA9D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947346-7510-9109-AAFF-BA9E2066C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573FBE-2A36-3A82-6198-63A31B7A0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F048F-BFBD-43DD-BD9A-60A101BCCF09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1195C-F783-8BD0-CA8D-1235D25A3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98A560-6848-602D-BE0A-D409D2D2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EDEC-14A7-43EA-AEF6-B6904C873E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02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C5CDA-D77A-A051-AACB-80B44D488F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FC6CA6-9163-8A8F-9748-2F83DC6907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3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5E8CB-0220-22D8-E264-C9626789F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8BAA0A94-F7E2-EC37-92B2-FD2154329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654" y="1990651"/>
            <a:ext cx="8604692" cy="287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42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lydra</dc:creator>
  <cp:lastModifiedBy>lydra</cp:lastModifiedBy>
  <cp:revision>1</cp:revision>
  <dcterms:created xsi:type="dcterms:W3CDTF">2026-01-10T06:26:26Z</dcterms:created>
  <dcterms:modified xsi:type="dcterms:W3CDTF">2026-01-10T06:26:45Z</dcterms:modified>
</cp:coreProperties>
</file>